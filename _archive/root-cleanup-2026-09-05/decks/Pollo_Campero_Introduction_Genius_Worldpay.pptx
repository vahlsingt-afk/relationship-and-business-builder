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823b6b3d145da" /><Relationship Type="http://schemas.openxmlformats.org/officeDocument/2006/relationships/extended-properties" Target="/docProps/app.xml" Id="R99cd2fb23e4241dd" /><Relationship Type="http://schemas.openxmlformats.org/officeDocument/2006/relationships/officeDocument" Target="/ppt/presentation.xml" Id="R01e149f01e6a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4379c7fdb4e2c"/>
  </p:sldMasterIdLst>
  <p:notesMasterIdLst>
    <p:notesMasterId xmlns:r="http://schemas.openxmlformats.org/officeDocument/2006/relationships" r:id="R9dcffd6425f74461"/>
  </p:notesMasterIdLst>
  <p:sldIdLst>
    <p:sldId xmlns:r="http://schemas.openxmlformats.org/officeDocument/2006/relationships" id="256" r:id="R3a1bfa1421ee4e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7f3f6d28834a4a" /><Relationship Type="http://schemas.openxmlformats.org/officeDocument/2006/relationships/slideMaster" Target="/ppt/slideMasters/slideMaster1.xml" Id="Re714379c7fdb4e2c" /><Relationship Type="http://schemas.openxmlformats.org/officeDocument/2006/relationships/notesMaster" Target="/ppt/notesMasters/notesMaster1.xml" Id="R9dcffd6425f74461" /><Relationship Type="http://schemas.openxmlformats.org/officeDocument/2006/relationships/presProps" Target="/ppt/presProps.xml" Id="R7a7b5093caf44af6" /><Relationship Type="http://schemas.openxmlformats.org/officeDocument/2006/relationships/tableStyles" Target="/ppt/tableStyles.xml" Id="Red3a2a7f8c5f498e" /><Relationship Type="http://schemas.openxmlformats.org/officeDocument/2006/relationships/slide" Target="/ppt/slides/slide1.xml" Id="R3a1bfa1421ee4e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8b582776543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9126a3fe44b35" /><Relationship Type="http://schemas.openxmlformats.org/officeDocument/2006/relationships/notesMaster" Target="/ppt/notesMasters/notesMaster1.xml" Id="Rd6670b8b64194c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Background image: user-provided screenshot captured from the Pollo Campero website.</a:t>
            </a:r>
          </a:p>
          <a:p xmlns:a="http://schemas.openxmlformats.org/drawingml/2006/main">
            <a:r>
              <a:t>- Pollo Campero logo: user-provided official logo image.</a:t>
            </a:r>
          </a:p>
          <a:p xmlns:a="http://schemas.openxmlformats.org/drawingml/2006/main">
            <a:r>
              <a:t>- Global Payments × Worldpay lockup: user-provided logo image.</a:t>
            </a:r>
          </a:p>
          <a:p xmlns:a="http://schemas.openxmlformats.org/drawingml/2006/main">
            <a:r>
              <a:t>- Visual reference: user-provided Title Slide.pdf.</a:t>
            </a:r>
          </a:p>
          <a:p xmlns:a="http://schemas.openxmlformats.org/drawingml/2006/main">
            <a:r>
              <a:t>- Pollo Campero brand context: https://us.campero.com/our-story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67f0c2f7f48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8a6b1cf66c4115" /><Relationship Type="http://schemas.openxmlformats.org/officeDocument/2006/relationships/slideLayout" Target="/ppt/slideLayouts/slideLayout1.xml" Id="R46a04b825ccc42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04b825ccc42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08af7b6ba4e5d" /><Relationship Type="http://schemas.openxmlformats.org/officeDocument/2006/relationships/image" Target="/ppt/media/image.png" Id="R566a82aff9894f27" /><Relationship Type="http://schemas.openxmlformats.org/officeDocument/2006/relationships/image" Target="/ppt/media/image2.png" Id="R3dd3c92e33a047c3" /><Relationship Type="http://schemas.openxmlformats.org/officeDocument/2006/relationships/image" Target="/ppt/media/image3.png" Id="R0f03a6cf7da74cee" /><Relationship Type="http://schemas.openxmlformats.org/officeDocument/2006/relationships/notesSlide" Target="/ppt/notesSlides/notesSlide1.xml" Id="R17e4feaaa07547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a82aff9894f27"/>
          <a:srcRect xmlns:a="http://schemas.openxmlformats.org/drawingml/2006/main" l="24388" t="0" r="24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361950"/>
            <a:ext cx="11925300" cy="6134100"/>
          </a:xfrm>
          <a:prstGeom xmlns:a="http://schemas.openxmlformats.org/drawingml/2006/main" prst="rect">
            <a:avLst/>
          </a:prstGeom>
        </p:spPr>
      </p:pic>
      <p:sp>
        <p:nvSpPr>
          <p:cNvPr id="2" name="global-payments-blue-panel-rounded-end">
            <a:extLst xmlns:a="http://schemas.openxmlformats.org/drawingml/2006/main">
              <a:ext uri="{FF2B5EF4-FFF2-40B4-BE49-F238E27FC236}">
                <a16:creationId xmlns:a16="http://schemas.microsoft.com/office/drawing/2014/main" id="{2AF4C651-71FA-4266-BB39-5790062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"/>
            <a:ext cx="3638550" cy="527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3" name="global-payments-blue-panel-base">
            <a:extLst xmlns:a="http://schemas.openxmlformats.org/drawingml/2006/main">
              <a:ext uri="{FF2B5EF4-FFF2-40B4-BE49-F238E27FC236}">
                <a16:creationId xmlns:a16="http://schemas.microsoft.com/office/drawing/2014/main" id="{4F6C2D95-C740-4E3F-BC5B-A02D3A7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39052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c92e33a047c3"/>
          <a:stretch xmlns:a="http://schemas.openxmlformats.org/drawingml/2006/main"/>
        </p:blipFill>
        <p:spPr>
          <a:xfrm xmlns:a="http://schemas.openxmlformats.org/drawingml/2006/main">
            <a:off x="647700" y="1200541"/>
            <a:ext cx="4953000" cy="589767"/>
          </a:xfrm>
          <a:prstGeom xmlns:a="http://schemas.openxmlformats.org/drawingml/2006/main" prst="rect">
            <a:avLst/>
          </a:prstGeom>
        </p:spPr>
      </p:pic>
      <p:sp>
        <p:nvSpPr>
          <p:cNvPr id="5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37DBC879-C544-4CB4-82F9-C297C70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Introduction to</a:t>
            </a:r>
          </a:p>
          <a:p xmlns:a="http://schemas.openxmlformats.org/drawingml/2006/main">
            <a:pPr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Genius + Worldpay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3a6cf7da74cee"/>
          <a:stretch xmlns:a="http://schemas.openxmlformats.org/drawingml/2006/main"/>
        </p:blipFill>
        <p:spPr>
          <a:xfrm xmlns:a="http://schemas.openxmlformats.org/drawingml/2006/main">
            <a:off x="752475" y="4514850"/>
            <a:ext cx="2333625" cy="80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06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2026-08-11T13:55:47.4710000Z</dcterms:created>
  <dcterms:modified xsi:type="dcterms:W3CDTF">2026-08-11T13:55:47.4710000Z</dcterms:modified>
</coreProperties>
</file>