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491e247a9f4c92" /><Relationship Type="http://schemas.openxmlformats.org/officeDocument/2006/relationships/extended-properties" Target="/docProps/app.xml" Id="Rdc19f462b7ae4b80" /><Relationship Type="http://schemas.openxmlformats.org/officeDocument/2006/relationships/officeDocument" Target="/ppt/presentation.xml" Id="Ra0053c0f1d9d46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7bc7e62ad543a2"/>
  </p:sldMasterIdLst>
  <p:notesMasterIdLst>
    <p:notesMasterId xmlns:r="http://schemas.openxmlformats.org/officeDocument/2006/relationships" r:id="R74da5d05ade1489f"/>
  </p:notesMasterIdLst>
  <p:sldIdLst>
    <p:sldId xmlns:r="http://schemas.openxmlformats.org/officeDocument/2006/relationships" id="256" r:id="R4414836fd5a340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39f357c0c84726" /><Relationship Type="http://schemas.openxmlformats.org/officeDocument/2006/relationships/slideMaster" Target="/ppt/slideMasters/slideMaster1.xml" Id="Raf7bc7e62ad543a2" /><Relationship Type="http://schemas.openxmlformats.org/officeDocument/2006/relationships/notesMaster" Target="/ppt/notesMasters/notesMaster1.xml" Id="R74da5d05ade1489f" /><Relationship Type="http://schemas.openxmlformats.org/officeDocument/2006/relationships/presProps" Target="/ppt/presProps.xml" Id="R3794b1b081044e31" /><Relationship Type="http://schemas.openxmlformats.org/officeDocument/2006/relationships/tableStyles" Target="/ppt/tableStyles.xml" Id="R71b1fcd2d5f546f1" /><Relationship Type="http://schemas.openxmlformats.org/officeDocument/2006/relationships/slide" Target="/ppt/slides/slide1.xml" Id="R4414836fd5a340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385f655d3042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8a37ef02784d34" /><Relationship Type="http://schemas.openxmlformats.org/officeDocument/2006/relationships/notesMaster" Target="/ppt/notesMasters/notesMaster1.xml" Id="R418585fb1b7b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Background image: user-provided screenshot captured from the Pollo Campero website.</a:t>
            </a:r>
          </a:p>
          <a:p xmlns:a="http://schemas.openxmlformats.org/drawingml/2006/main">
            <a:r>
              <a:t>- Pollo Campero logo: user-provided official logo image.</a:t>
            </a:r>
          </a:p>
          <a:p xmlns:a="http://schemas.openxmlformats.org/drawingml/2006/main">
            <a:r>
              <a:t>- Visual reference: user-provided Title Slide.pdf.</a:t>
            </a:r>
          </a:p>
          <a:p xmlns:a="http://schemas.openxmlformats.org/drawingml/2006/main">
            <a:r>
              <a:t>- Pollo Campero brand context: https://us.campero.com/our-story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110798fa34b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cad2d10dc45c5" /><Relationship Type="http://schemas.openxmlformats.org/officeDocument/2006/relationships/slideLayout" Target="/ppt/slideLayouts/slideLayout1.xml" Id="R8aba4b64cb774a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ba4b64cb774a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329bbfc6a446c" /><Relationship Type="http://schemas.openxmlformats.org/officeDocument/2006/relationships/image" Target="/ppt/media/image.png" Id="Rab713d720d434a90" /><Relationship Type="http://schemas.openxmlformats.org/officeDocument/2006/relationships/image" Target="/ppt/media/image2.png" Id="Rd8adb8f7aed742bd" /><Relationship Type="http://schemas.openxmlformats.org/officeDocument/2006/relationships/notesSlide" Target="/ppt/notesSlides/notesSlide1.xml" Id="Re21972660a914e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13d720d434a90"/>
          <a:srcRect xmlns:a="http://schemas.openxmlformats.org/drawingml/2006/main" l="24388" t="0" r="24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361950"/>
            <a:ext cx="11925300" cy="6134100"/>
          </a:xfrm>
          <a:prstGeom xmlns:a="http://schemas.openxmlformats.org/drawingml/2006/main" prst="rect">
            <a:avLst/>
          </a:prstGeom>
        </p:spPr>
      </p:pic>
      <p:sp>
        <p:nvSpPr>
          <p:cNvPr id="2" name="global-payments-blue-panel-rounded-end">
            <a:extLst xmlns:a="http://schemas.openxmlformats.org/drawingml/2006/main">
              <a:ext uri="{FF2B5EF4-FFF2-40B4-BE49-F238E27FC236}">
                <a16:creationId xmlns:a16="http://schemas.microsoft.com/office/drawing/2014/main" id="{4CBAA03A-2486-4161-9770-C1263F33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0100"/>
            <a:ext cx="3638550" cy="527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2CFF"/>
          </a:solidFill>
          <a:ln xmlns:a="http://schemas.openxmlformats.org/drawingml/2006/main" w="0">
            <a:solidFill>
              <a:srgbClr val="2C2CFF"/>
            </a:solidFill>
            <a:prstDash val="solid"/>
          </a:ln>
        </p:spPr>
      </p:sp>
      <p:sp>
        <p:nvSpPr>
          <p:cNvPr id="3" name="global-payments-blue-panel-base">
            <a:extLst xmlns:a="http://schemas.openxmlformats.org/drawingml/2006/main">
              <a:ext uri="{FF2B5EF4-FFF2-40B4-BE49-F238E27FC236}">
                <a16:creationId xmlns:a16="http://schemas.microsoft.com/office/drawing/2014/main" id="{19E65D08-3EEF-4588-B2A2-155620E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39052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FF"/>
          </a:solidFill>
          <a:ln xmlns:a="http://schemas.openxmlformats.org/drawingml/2006/main" w="0">
            <a:solidFill>
              <a:srgbClr val="2C2CFF"/>
            </a:solidFill>
            <a:prstDash val="solid"/>
          </a:ln>
        </p:spPr>
      </p:sp>
      <p:sp>
        <p:nvSpPr>
          <p:cNvPr id="4" name="global-payments-mark">
            <a:extLst xmlns:a="http://schemas.openxmlformats.org/drawingml/2006/main">
              <a:ext uri="{FF2B5EF4-FFF2-40B4-BE49-F238E27FC236}">
                <a16:creationId xmlns:a16="http://schemas.microsoft.com/office/drawing/2014/main" id="{A4033AEC-C4D8-464A-81FF-C7EF03B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" name="global-payments-mark-dot">
            <a:extLst xmlns:a="http://schemas.openxmlformats.org/drawingml/2006/main">
              <a:ext uri="{FF2B5EF4-FFF2-40B4-BE49-F238E27FC236}">
                <a16:creationId xmlns:a16="http://schemas.microsoft.com/office/drawing/2014/main" id="{23B00EBC-3436-4C25-9D8C-A4D56F04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global-payments-wordmark">
            <a:extLst xmlns:a="http://schemas.openxmlformats.org/drawingml/2006/main">
              <a:ext uri="{FF2B5EF4-FFF2-40B4-BE49-F238E27FC236}">
                <a16:creationId xmlns:a16="http://schemas.microsoft.com/office/drawing/2014/main" id="{CD48FE73-FD81-469B-BCF2-A51647F7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276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globalpayments</a:t>
            </a:r>
          </a:p>
        </p:txBody>
      </p:sp>
      <p:sp>
        <p:nvSpPr>
          <p:cNvPr id="7" name="welcome-title">
            <a:extLst xmlns:a="http://schemas.openxmlformats.org/drawingml/2006/main">
              <a:ext uri="{FF2B5EF4-FFF2-40B4-BE49-F238E27FC236}">
                <a16:creationId xmlns:a16="http://schemas.microsoft.com/office/drawing/2014/main" id="{AC9A19DC-D6F3-47CF-A542-7921D1CA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625" b="0">
                <a:solidFill>
                  <a:srgbClr val="FFFFFF"/>
                </a:solidFill>
              </a:defRPr>
            </a:pPr>
            <a:r>
              <a:rPr sz="5625" b="0">
                <a:solidFill>
                  <a:srgbClr val="FFFFFF"/>
                </a:solidFill>
              </a:rPr>
              <a:t>Welcome</a:t>
            </a:r>
          </a:p>
        </p:txBody>
      </p:sp>
      <p:sp>
        <p:nvSpPr>
          <p:cNvPr id="8" name="customer-subtitle">
            <a:extLst xmlns:a="http://schemas.openxmlformats.org/drawingml/2006/main">
              <a:ext uri="{FF2B5EF4-FFF2-40B4-BE49-F238E27FC236}">
                <a16:creationId xmlns:a16="http://schemas.microsoft.com/office/drawing/2014/main" id="{6CAFA216-18E3-4B1E-ABC3-BD9E0CA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Genius for Pollo Campero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db8f7aed742bd"/>
          <a:stretch xmlns:a="http://schemas.openxmlformats.org/drawingml/2006/main"/>
        </p:blipFill>
        <p:spPr>
          <a:xfrm xmlns:a="http://schemas.openxmlformats.org/drawingml/2006/main">
            <a:off x="752475" y="4457700"/>
            <a:ext cx="2333625" cy="80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06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2026-08-11T13:51:30.1210000Z</dcterms:created>
  <dcterms:modified xsi:type="dcterms:W3CDTF">2026-08-11T13:51:30.1210000Z</dcterms:modified>
</coreProperties>
</file>