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41b69a34c248b7" /><Relationship Type="http://schemas.openxmlformats.org/officeDocument/2006/relationships/extended-properties" Target="/docProps/app.xml" Id="R642cfb2f810b431a" /><Relationship Type="http://schemas.openxmlformats.org/officeDocument/2006/relationships/officeDocument" Target="/ppt/presentation.xml" Id="Rf57d9ed82136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f98d75c644f41"/>
  </p:sldMasterIdLst>
  <p:notesMasterIdLst>
    <p:notesMasterId xmlns:r="http://schemas.openxmlformats.org/officeDocument/2006/relationships" r:id="Rc636dd4baf594ed4"/>
  </p:notesMasterIdLst>
  <p:sldIdLst>
    <p:sldId xmlns:r="http://schemas.openxmlformats.org/officeDocument/2006/relationships" id="256" r:id="Ree5ef283472d4b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77bdde97a24db9" /><Relationship Type="http://schemas.openxmlformats.org/officeDocument/2006/relationships/slideMaster" Target="/ppt/slideMasters/slideMaster1.xml" Id="R3a1f98d75c644f41" /><Relationship Type="http://schemas.openxmlformats.org/officeDocument/2006/relationships/notesMaster" Target="/ppt/notesMasters/notesMaster1.xml" Id="Rc636dd4baf594ed4" /><Relationship Type="http://schemas.openxmlformats.org/officeDocument/2006/relationships/presProps" Target="/ppt/presProps.xml" Id="R055879436a224046" /><Relationship Type="http://schemas.openxmlformats.org/officeDocument/2006/relationships/tableStyles" Target="/ppt/tableStyles.xml" Id="R12c65cb897084bb1" /><Relationship Type="http://schemas.openxmlformats.org/officeDocument/2006/relationships/slide" Target="/ppt/slides/slide1.xml" Id="Ree5ef283472d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214e66605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cfe2baf3149d5" /><Relationship Type="http://schemas.openxmlformats.org/officeDocument/2006/relationships/notesMaster" Target="/ppt/notesMasters/notesMaster1.xml" Id="Re4668d71b50944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image: generated with OpenAI image generation for this presentation; prompt metadata retained in the project build notes.</a:t>
            </a:r>
          </a:p>
          <a:p xmlns:a="http://schemas.openxmlformats.org/drawingml/2006/main">
            <a:r>
              <a:t>- Visual reference: user-provided Title Slide.pdf.</a:t>
            </a:r>
          </a:p>
          <a:p xmlns:a="http://schemas.openxmlformats.org/drawingml/2006/main">
            <a:r>
              <a:t>- Pollo Campero brand context: https://us.campero.com/our-story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bb89f82f4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641e6e3b604b41" /><Relationship Type="http://schemas.openxmlformats.org/officeDocument/2006/relationships/slideLayout" Target="/ppt/slideLayouts/slideLayout1.xml" Id="R06e0ad1f22f948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0ad1f22f948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225ee51c54a23" /><Relationship Type="http://schemas.openxmlformats.org/officeDocument/2006/relationships/image" Target="/ppt/media/image.png" Id="R63193272f92b416c" /><Relationship Type="http://schemas.openxmlformats.org/officeDocument/2006/relationships/notesSlide" Target="/ppt/notesSlides/notesSlide1.xml" Id="R71cdd5097d0a40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93272f92b416c"/>
          <a:srcRect xmlns:a="http://schemas.openxmlformats.org/drawingml/2006/main" l="0" t="15708" r="0" b="15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361950"/>
            <a:ext cx="11925300" cy="6134100"/>
          </a:xfrm>
          <a:prstGeom xmlns:a="http://schemas.openxmlformats.org/drawingml/2006/main" prst="rect">
            <a:avLst/>
          </a:prstGeom>
        </p:spPr>
      </p:pic>
      <p:sp>
        <p:nvSpPr>
          <p:cNvPr id="2" name="global-payments-blue-panel-rounded-end">
            <a:extLst xmlns:a="http://schemas.openxmlformats.org/drawingml/2006/main">
              <a:ext uri="{FF2B5EF4-FFF2-40B4-BE49-F238E27FC236}">
                <a16:creationId xmlns:a16="http://schemas.microsoft.com/office/drawing/2014/main" id="{89C13ECB-335A-40F9-9C20-597610E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3638550" cy="527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3" name="global-payments-blue-panel-base">
            <a:extLst xmlns:a="http://schemas.openxmlformats.org/drawingml/2006/main">
              <a:ext uri="{FF2B5EF4-FFF2-40B4-BE49-F238E27FC236}">
                <a16:creationId xmlns:a16="http://schemas.microsoft.com/office/drawing/2014/main" id="{A65769F5-5DF8-4FDE-8525-D5DF79C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39052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4" name="global-payments-mark">
            <a:extLst xmlns:a="http://schemas.openxmlformats.org/drawingml/2006/main">
              <a:ext uri="{FF2B5EF4-FFF2-40B4-BE49-F238E27FC236}">
                <a16:creationId xmlns:a16="http://schemas.microsoft.com/office/drawing/2014/main" id="{0D6E623E-6200-4769-BFB2-426CEC5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global-payments-mark-dot">
            <a:extLst xmlns:a="http://schemas.openxmlformats.org/drawingml/2006/main">
              <a:ext uri="{FF2B5EF4-FFF2-40B4-BE49-F238E27FC236}">
                <a16:creationId xmlns:a16="http://schemas.microsoft.com/office/drawing/2014/main" id="{65777B94-03AD-429D-85EC-E17FBF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global-payments-wordmark">
            <a:extLst xmlns:a="http://schemas.openxmlformats.org/drawingml/2006/main">
              <a:ext uri="{FF2B5EF4-FFF2-40B4-BE49-F238E27FC236}">
                <a16:creationId xmlns:a16="http://schemas.microsoft.com/office/drawing/2014/main" id="{76A83FEF-7FDC-46B2-879B-8303F7AF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76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globalpayments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3A0F70AC-B5AE-45C4-A540-1892190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625" b="0">
                <a:solidFill>
                  <a:srgbClr val="FFFFFF"/>
                </a:solidFill>
              </a:defRPr>
            </a:pPr>
            <a:r>
              <a:rPr sz="5625" b="0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8" name="customer-subtitle">
            <a:extLst xmlns:a="http://schemas.openxmlformats.org/drawingml/2006/main">
              <a:ext uri="{FF2B5EF4-FFF2-40B4-BE49-F238E27FC236}">
                <a16:creationId xmlns:a16="http://schemas.microsoft.com/office/drawing/2014/main" id="{7F600008-E4A5-479E-BA4E-30BEE078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Genius for Pollo Campero</a:t>
            </a:r>
          </a:p>
        </p:txBody>
      </p:sp>
      <p:sp>
        <p:nvSpPr>
          <p:cNvPr id="9" name="pollo-campero-brand-badge">
            <a:extLst xmlns:a="http://schemas.openxmlformats.org/drawingml/2006/main">
              <a:ext uri="{FF2B5EF4-FFF2-40B4-BE49-F238E27FC236}">
                <a16:creationId xmlns:a16="http://schemas.microsoft.com/office/drawing/2014/main" id="{4EF589F6-F879-473C-B79F-552379AC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1145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28575">
            <a:solidFill>
              <a:srgbClr val="FFD43B"/>
            </a:solidFill>
            <a:prstDash val="solid"/>
          </a:ln>
        </p:spPr>
      </p:sp>
      <p:sp>
        <p:nvSpPr>
          <p:cNvPr id="10" name="pollo-campero-brand-text">
            <a:extLst xmlns:a="http://schemas.openxmlformats.org/drawingml/2006/main">
              <a:ext uri="{FF2B5EF4-FFF2-40B4-BE49-F238E27FC236}">
                <a16:creationId xmlns:a16="http://schemas.microsoft.com/office/drawing/2014/main" id="{C4A40FBA-ACE5-479B-BC4B-5466EC2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43B"/>
                </a:solidFill>
              </a:defRPr>
            </a:pPr>
            <a:r>
              <a:rPr sz="1650" b="1">
                <a:solidFill>
                  <a:srgbClr val="FFD43B"/>
                </a:solidFill>
              </a:rPr>
              <a:t>POLLO</a:t>
            </a:r>
          </a:p>
          <a:p xmlns:a="http://schemas.openxmlformats.org/drawingml/2006/main">
            <a:pPr algn="ctr">
              <a:defRPr sz="1650" b="1">
                <a:solidFill>
                  <a:srgbClr val="FFD43B"/>
                </a:solidFill>
              </a:defRPr>
            </a:pPr>
            <a:r>
              <a:rPr sz="1650" b="1">
                <a:solidFill>
                  <a:srgbClr val="FFD43B"/>
                </a:solidFill>
              </a:rPr>
              <a:t>CAMPERO</a:t>
            </a:r>
          </a:p>
        </p:txBody>
      </p:sp>
    </p:spTree>
    <p:extLst>
      <p:ext uri="{BB962C8B-B14F-4D97-AF65-F5344CB8AC3E}">
        <p14:creationId xmlns:p14="http://schemas.microsoft.com/office/powerpoint/2010/main" val="1788907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2026-08-11T13:47:11.3020000Z</dcterms:created>
  <dcterms:modified xsi:type="dcterms:W3CDTF">2026-08-11T13:47:11.3030000Z</dcterms:modified>
</coreProperties>
</file>