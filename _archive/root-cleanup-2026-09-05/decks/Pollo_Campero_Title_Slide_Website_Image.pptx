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d1a5fdb9064d83" /><Relationship Type="http://schemas.openxmlformats.org/officeDocument/2006/relationships/extended-properties" Target="/docProps/app.xml" Id="R37b465a97ccd411d" /><Relationship Type="http://schemas.openxmlformats.org/officeDocument/2006/relationships/officeDocument" Target="/ppt/presentation.xml" Id="R442e231eadf54c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2229effb454b94"/>
  </p:sldMasterIdLst>
  <p:notesMasterIdLst>
    <p:notesMasterId xmlns:r="http://schemas.openxmlformats.org/officeDocument/2006/relationships" r:id="Rec2c1a55f2704f58"/>
  </p:notesMasterIdLst>
  <p:sldIdLst>
    <p:sldId xmlns:r="http://schemas.openxmlformats.org/officeDocument/2006/relationships" id="256" r:id="R093cd7c7a3f04c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6abdf549a34ee0" /><Relationship Type="http://schemas.openxmlformats.org/officeDocument/2006/relationships/slideMaster" Target="/ppt/slideMasters/slideMaster1.xml" Id="Rfb2229effb454b94" /><Relationship Type="http://schemas.openxmlformats.org/officeDocument/2006/relationships/notesMaster" Target="/ppt/notesMasters/notesMaster1.xml" Id="Rec2c1a55f2704f58" /><Relationship Type="http://schemas.openxmlformats.org/officeDocument/2006/relationships/presProps" Target="/ppt/presProps.xml" Id="R4d9bd581ae1940c6" /><Relationship Type="http://schemas.openxmlformats.org/officeDocument/2006/relationships/tableStyles" Target="/ppt/tableStyles.xml" Id="R410c29be036049d6" /><Relationship Type="http://schemas.openxmlformats.org/officeDocument/2006/relationships/slide" Target="/ppt/slides/slide1.xml" Id="R093cd7c7a3f04c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efbbc47bc64f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63719fd6134fa6" /><Relationship Type="http://schemas.openxmlformats.org/officeDocument/2006/relationships/notesMaster" Target="/ppt/notesMasters/notesMaster1.xml" Id="R158e932f5a0e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Background image: user-provided screenshot captured from the Pollo Campero website.</a:t>
            </a:r>
          </a:p>
          <a:p xmlns:a="http://schemas.openxmlformats.org/drawingml/2006/main">
            <a:r>
              <a:t>- Visual reference: user-provided Title Slide.pdf.</a:t>
            </a:r>
          </a:p>
          <a:p xmlns:a="http://schemas.openxmlformats.org/drawingml/2006/main">
            <a:r>
              <a:t>- Pollo Campero brand context: https://us.campero.com/our-story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7b1d7046849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8431ce90734d4b" /><Relationship Type="http://schemas.openxmlformats.org/officeDocument/2006/relationships/slideLayout" Target="/ppt/slideLayouts/slideLayout1.xml" Id="R6621824daf174e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1824daf174e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e4ed493534382" /><Relationship Type="http://schemas.openxmlformats.org/officeDocument/2006/relationships/image" Target="/ppt/media/image.png" Id="R0c01773ab3214eb0" /><Relationship Type="http://schemas.openxmlformats.org/officeDocument/2006/relationships/notesSlide" Target="/ppt/notesSlides/notesSlide1.xml" Id="R193c6968d6534a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1773ab3214eb0"/>
          <a:srcRect xmlns:a="http://schemas.openxmlformats.org/drawingml/2006/main" l="24388" t="0" r="24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" y="361950"/>
            <a:ext cx="11925300" cy="6134100"/>
          </a:xfrm>
          <a:prstGeom xmlns:a="http://schemas.openxmlformats.org/drawingml/2006/main" prst="rect">
            <a:avLst/>
          </a:prstGeom>
        </p:spPr>
      </p:pic>
      <p:sp>
        <p:nvSpPr>
          <p:cNvPr id="2" name="global-payments-blue-panel-rounded-end">
            <a:extLst xmlns:a="http://schemas.openxmlformats.org/drawingml/2006/main">
              <a:ext uri="{FF2B5EF4-FFF2-40B4-BE49-F238E27FC236}">
                <a16:creationId xmlns:a16="http://schemas.microsoft.com/office/drawing/2014/main" id="{484A0C15-86DD-4731-8657-DBEEEB66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0100"/>
            <a:ext cx="3638550" cy="527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2CFF"/>
          </a:solidFill>
          <a:ln xmlns:a="http://schemas.openxmlformats.org/drawingml/2006/main" w="0">
            <a:solidFill>
              <a:srgbClr val="2C2CFF"/>
            </a:solidFill>
            <a:prstDash val="solid"/>
          </a:ln>
        </p:spPr>
      </p:sp>
      <p:sp>
        <p:nvSpPr>
          <p:cNvPr id="3" name="global-payments-blue-panel-base">
            <a:extLst xmlns:a="http://schemas.openxmlformats.org/drawingml/2006/main">
              <a:ext uri="{FF2B5EF4-FFF2-40B4-BE49-F238E27FC236}">
                <a16:creationId xmlns:a16="http://schemas.microsoft.com/office/drawing/2014/main" id="{4A00192C-5A0B-48D1-862B-E7F97942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39052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2CFF"/>
          </a:solidFill>
          <a:ln xmlns:a="http://schemas.openxmlformats.org/drawingml/2006/main" w="0">
            <a:solidFill>
              <a:srgbClr val="2C2CFF"/>
            </a:solidFill>
            <a:prstDash val="solid"/>
          </a:ln>
        </p:spPr>
      </p:sp>
      <p:sp>
        <p:nvSpPr>
          <p:cNvPr id="4" name="global-payments-mark">
            <a:extLst xmlns:a="http://schemas.openxmlformats.org/drawingml/2006/main">
              <a:ext uri="{FF2B5EF4-FFF2-40B4-BE49-F238E27FC236}">
                <a16:creationId xmlns:a16="http://schemas.microsoft.com/office/drawing/2014/main" id="{73524EA2-8269-4476-8185-0EA71705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323850" cy="323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" name="global-payments-mark-dot">
            <a:extLst xmlns:a="http://schemas.openxmlformats.org/drawingml/2006/main">
              <a:ext uri="{FF2B5EF4-FFF2-40B4-BE49-F238E27FC236}">
                <a16:creationId xmlns:a16="http://schemas.microsoft.com/office/drawing/2014/main" id="{748F2BEB-19CB-4591-B7C5-021D46C8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global-payments-wordmark">
            <a:extLst xmlns:a="http://schemas.openxmlformats.org/drawingml/2006/main">
              <a:ext uri="{FF2B5EF4-FFF2-40B4-BE49-F238E27FC236}">
                <a16:creationId xmlns:a16="http://schemas.microsoft.com/office/drawing/2014/main" id="{26FF5546-C088-42A1-8BA3-D8E5F9E5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276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globalpayments</a:t>
            </a:r>
          </a:p>
        </p:txBody>
      </p:sp>
      <p:sp>
        <p:nvSpPr>
          <p:cNvPr id="7" name="welcome-title">
            <a:extLst xmlns:a="http://schemas.openxmlformats.org/drawingml/2006/main">
              <a:ext uri="{FF2B5EF4-FFF2-40B4-BE49-F238E27FC236}">
                <a16:creationId xmlns:a16="http://schemas.microsoft.com/office/drawing/2014/main" id="{036F7B7A-64CE-446D-ABCE-19271170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625" b="0">
                <a:solidFill>
                  <a:srgbClr val="FFFFFF"/>
                </a:solidFill>
              </a:defRPr>
            </a:pPr>
            <a:r>
              <a:rPr sz="5625" b="0">
                <a:solidFill>
                  <a:srgbClr val="FFFFFF"/>
                </a:solidFill>
              </a:rPr>
              <a:t>Welcome</a:t>
            </a:r>
          </a:p>
        </p:txBody>
      </p:sp>
      <p:sp>
        <p:nvSpPr>
          <p:cNvPr id="8" name="customer-subtitle">
            <a:extLst xmlns:a="http://schemas.openxmlformats.org/drawingml/2006/main">
              <a:ext uri="{FF2B5EF4-FFF2-40B4-BE49-F238E27FC236}">
                <a16:creationId xmlns:a16="http://schemas.microsoft.com/office/drawing/2014/main" id="{8C814E06-6CC5-449C-BA0F-F6E066E6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Genius for Pollo Campero</a:t>
            </a:r>
          </a:p>
        </p:txBody>
      </p:sp>
      <p:sp>
        <p:nvSpPr>
          <p:cNvPr id="9" name="pollo-campero-brand-badge">
            <a:extLst xmlns:a="http://schemas.openxmlformats.org/drawingml/2006/main">
              <a:ext uri="{FF2B5EF4-FFF2-40B4-BE49-F238E27FC236}">
                <a16:creationId xmlns:a16="http://schemas.microsoft.com/office/drawing/2014/main" id="{5EA6DE41-938B-46E3-9EA3-685FF508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95800"/>
            <a:ext cx="21145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1920"/>
          </a:solidFill>
          <a:ln xmlns:a="http://schemas.openxmlformats.org/drawingml/2006/main" w="28575">
            <a:solidFill>
              <a:srgbClr val="FFD43B"/>
            </a:solidFill>
            <a:prstDash val="solid"/>
          </a:ln>
        </p:spPr>
      </p:sp>
      <p:sp>
        <p:nvSpPr>
          <p:cNvPr id="10" name="pollo-campero-brand-text">
            <a:extLst xmlns:a="http://schemas.openxmlformats.org/drawingml/2006/main">
              <a:ext uri="{FF2B5EF4-FFF2-40B4-BE49-F238E27FC236}">
                <a16:creationId xmlns:a16="http://schemas.microsoft.com/office/drawing/2014/main" id="{82FABA2D-7D44-4F9E-8178-9B84F4F7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43B"/>
                </a:solidFill>
              </a:defRPr>
            </a:pPr>
            <a:r>
              <a:rPr sz="1650" b="1">
                <a:solidFill>
                  <a:srgbClr val="FFD43B"/>
                </a:solidFill>
              </a:rPr>
              <a:t>POLLO</a:t>
            </a:r>
          </a:p>
          <a:p xmlns:a="http://schemas.openxmlformats.org/drawingml/2006/main">
            <a:pPr algn="ctr">
              <a:defRPr sz="1650" b="1">
                <a:solidFill>
                  <a:srgbClr val="FFD43B"/>
                </a:solidFill>
              </a:defRPr>
            </a:pPr>
            <a:r>
              <a:rPr sz="1650" b="1">
                <a:solidFill>
                  <a:srgbClr val="FFD43B"/>
                </a:solidFill>
              </a:rPr>
              <a:t>CAMPERO</a:t>
            </a:r>
          </a:p>
        </p:txBody>
      </p:sp>
    </p:spTree>
    <p:extLst>
      <p:ext uri="{BB962C8B-B14F-4D97-AF65-F5344CB8AC3E}">
        <p14:creationId xmlns:p14="http://schemas.microsoft.com/office/powerpoint/2010/main" val="652944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2026-08-11T13:48:19.7560000Z</dcterms:created>
  <dcterms:modified xsi:type="dcterms:W3CDTF">2026-08-11T13:48:19.7560000Z</dcterms:modified>
</coreProperties>
</file>